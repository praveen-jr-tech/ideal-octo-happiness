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Arial"/>
              </a:rPr>
              <a:t>Fee in ₹ by amount withdrawn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Starrow (2%)</c:v>
                </c:pt>
              </c:strCache>
            </c:strRef>
          </c:tx>
          <c:spPr>
            <a:solidFill>
              <a:srgbClr val="F2B70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₹500</c:v>
                  </c:pt>
                  <c:pt idx="1">
                    <c:v>₹1000</c:v>
                  </c:pt>
                  <c:pt idx="2">
                    <c:v>₹2000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Fenwick (0.5%)</c:v>
                </c:pt>
              </c:strCache>
            </c:strRef>
          </c:tx>
          <c:spPr>
            <a:solidFill>
              <a:srgbClr val="1272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₹500</c:v>
                  </c:pt>
                  <c:pt idx="1">
                    <c:v>₹1000</c:v>
                  </c:pt>
                  <c:pt idx="2">
                    <c:v>₹2000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2.5</c:v>
                </c:pt>
                <c:pt idx="1">
                  <c:v>5</c:v>
                </c:pt>
                <c:pt idx="2">
                  <c:v>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Emberfall (0%)</c:v>
                </c:pt>
              </c:strCache>
            </c:strRef>
          </c:tx>
          <c:spPr>
            <a:solidFill>
              <a:srgbClr val="0B3C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₹500</c:v>
                  </c:pt>
                  <c:pt idx="1">
                    <c:v>₹1000</c:v>
                  </c:pt>
                  <c:pt idx="2">
                    <c:v>₹2000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B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Wallet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plans, fees, terms and build plan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college-only mini bank account: recharge once, pay by QR or ID card at canteens, events and shops.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closed-loop account that works like a bank account, only inside the college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College-only "mini bank account" 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Students, canteen staff, event organizers, admin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money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Recharge from UPI, cards or other apps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code or ID card at canteens, events and shops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canteen, event, club or shop has its own QR and sales report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transaction is a permanent entry; balances are calculated, never edited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note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withdrawal may fall under RBI prepaid-wallet rules; check with an expert before launch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money, spend free, withdraw with a fee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F3F8F8"/>
          </a:solidFill>
          <a:ln w="9525">
            <a:solidFill>
              <a:srgbClr val="D5E0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12727F"/>
          </a:solidFill>
          <a:ln w="12700">
            <a:solidFill>
              <a:srgbClr val="12727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Recharge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UPI, cards, GPay, PhonePe via Razorpay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78608" y="146304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F3F8F8"/>
          </a:solidFill>
          <a:ln w="9525">
            <a:solidFill>
              <a:srgbClr val="D5E0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61488" y="1645920"/>
            <a:ext cx="502920" cy="502920"/>
          </a:xfrm>
          <a:prstGeom prst="ellipse">
            <a:avLst/>
          </a:prstGeom>
          <a:solidFill>
            <a:srgbClr val="12727F"/>
          </a:solidFill>
          <a:ln w="12700">
            <a:solidFill>
              <a:srgbClr val="12727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61488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761488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761488" y="2697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or ID card tap at any canteen, event or shop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0016" y="146304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F3F8F8"/>
          </a:solidFill>
          <a:ln w="9525">
            <a:solidFill>
              <a:srgbClr val="D5E0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82896" y="1645920"/>
            <a:ext cx="502920" cy="502920"/>
          </a:xfrm>
          <a:prstGeom prst="ellipse">
            <a:avLst/>
          </a:prstGeom>
          <a:solidFill>
            <a:srgbClr val="12727F"/>
          </a:solidFill>
          <a:ln w="12700">
            <a:solidFill>
              <a:srgbClr val="12727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8289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882896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882896" y="2697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account from the phone if the card is lost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21424" y="146304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F3F8F8"/>
          </a:solidFill>
          <a:ln w="9525">
            <a:solidFill>
              <a:srgbClr val="D5E0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04304" y="1645920"/>
            <a:ext cx="502920" cy="50292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04304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04304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Withdraw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004304" y="2697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unused money to your own bank account, small fee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with the ID card has no extra or platform fee. Only bank withdrawal is charged.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plans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marked (example) are suggestions and can be changed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228600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Starrow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Fenwick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Emberfall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₹99/semester or ₹199/year (example)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₹499 first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before expiry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₹249 every year until course ends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Offers and cashback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(all)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Early-bird event prices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Milestone, referral, scratch cards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fest passes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event entry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per membership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free entries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Top-up ₹299 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Fees and charges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rules are calculated on the server and editable by admin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21945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Starrow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Fenwick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Emberfall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money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by QR or ID 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 money from a friend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money to a friend's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allowed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fee (0.5% example)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Withdraw to bank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refund to 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extra fees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fee about ₹2 and maximum about ₹50 (examples). The fee is shown before confirming and recorded as its own ledger line.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Withdrawal fee examples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fee by plan, before minimum and maximum limits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280160"/>
            <a:ext cx="2834640" cy="3200400"/>
          </a:xfrm>
          <a:prstGeom prst="roundRect">
            <a:avLst>
              <a:gd name="adj" fmla="val 3226"/>
            </a:avLst>
          </a:prstGeom>
          <a:solidFill>
            <a:srgbClr val="F3F8F8"/>
          </a:solidFill>
          <a:ln w="9525">
            <a:solidFill>
              <a:srgbClr val="D5E0E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35040" y="1463040"/>
            <a:ext cx="292608" cy="292608"/>
          </a:xfrm>
          <a:prstGeom prst="ellipse">
            <a:avLst/>
          </a:prstGeom>
          <a:solidFill>
            <a:srgbClr val="12727F"/>
          </a:solidFill>
          <a:ln w="12700">
            <a:solidFill>
              <a:srgbClr val="12727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19088" y="1417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192024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₹500 as Starrow: fee ₹10, ₹490 reaches the bank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Fenwick: fee ₹2.50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Emberfall: no fee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Fenwick status is checked at the moment of withdrawal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terms and conditions: all plans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terms for review by the college and a legal expert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3F8F8"/>
          </a:solidFill>
          <a:ln w="9525">
            <a:solidFill>
              <a:srgbClr val="D5E0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292608" cy="292608"/>
          </a:xfrm>
          <a:prstGeom prst="ellipse">
            <a:avLst/>
          </a:prstGeom>
          <a:solidFill>
            <a:srgbClr val="12727F"/>
          </a:solidFill>
          <a:ln w="12700">
            <a:solidFill>
              <a:srgbClr val="12727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13716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and payments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is linked to the student's college ID and is for that student only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can be spent only at college merchants: canteens, events, clubs, shops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 PIN is required for withdrawals, transfers and larger payments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is recorded in the ledger and shown in the statement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are shown before confirmation; the card type is checked at the time of the action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3F8F8"/>
          </a:solidFill>
          <a:ln w="9525">
            <a:solidFill>
              <a:srgbClr val="D5E0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417320"/>
            <a:ext cx="292608" cy="29260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30368" y="13716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and misuse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8745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card or code: freeze the account from the app; unfreezing needs PIN or OTP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accounts cannot pay, transfer or withdraw, and Fenwick or Emberfall benefits pause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Withdrawals go only to a bank account or UPI ID in the student's own name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limits apply to spending, transfers and withdrawals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college may suspend accounts for misuse or fraud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Terms: Starrow and Fenwick plans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2667"/>
            </a:avLst>
          </a:prstGeom>
          <a:solidFill>
            <a:srgbClr val="F3F8F8"/>
          </a:solidFill>
          <a:ln w="9525">
            <a:solidFill>
              <a:srgbClr val="D5E0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292608" cy="292608"/>
          </a:xfrm>
          <a:prstGeom prst="ellipse">
            <a:avLst/>
          </a:prstGeom>
          <a:solidFill>
            <a:srgbClr val="12727F"/>
          </a:solidFill>
          <a:ln w="12700">
            <a:solidFill>
              <a:srgbClr val="1272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1234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Starrow (free)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plan for every student; no renewal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add money, pay by QR or ID card, and receive money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send money to a friend's ID (event payback only, if approved)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to bank costs 2% of the amount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offers, cashback or early-bird prices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upgrade to Fenwick or Emberfall at any time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2667"/>
            </a:avLst>
          </a:prstGeom>
          <a:solidFill>
            <a:srgbClr val="F3F8F8"/>
          </a:solidFill>
          <a:ln w="9525">
            <a:solidFill>
              <a:srgbClr val="D5E0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280160"/>
            <a:ext cx="292608" cy="29260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30368" y="1234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Fenwick (paid)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3736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₹99 per semester or ₹199 per year (example), paid from account balance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has an expiry date; a reminder is sent before it ends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offers, cashback, early-bird prices, milestone and referral rewards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friend has a small fee; withdrawal fee is 0.5%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expires, Starrow fees apply again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only within a short period if unused (policy to be set)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Terms: Emberfall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2667"/>
            </a:avLst>
          </a:prstGeom>
          <a:solidFill>
            <a:srgbClr val="F3F8F8"/>
          </a:solidFill>
          <a:ln w="9525">
            <a:solidFill>
              <a:srgbClr val="D5E0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292608" cy="29260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1234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and renewal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year ₹499; renewal ₹249 every year until the course ends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year runs 12 months from purchase and ends at graduation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is manual; a reminder is sent before expiry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period of 7 to 15 days, then the card falls back to Starrow or Fenwick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withdrawal fee, 0% friend transfer fee, no other extra fees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2667"/>
            </a:avLst>
          </a:prstGeom>
          <a:solidFill>
            <a:srgbClr val="F3F8F8"/>
          </a:solidFill>
          <a:ln w="9525">
            <a:solidFill>
              <a:srgbClr val="D5E0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280160"/>
            <a:ext cx="292608" cy="292608"/>
          </a:xfrm>
          <a:prstGeom prst="ellipse">
            <a:avLst/>
          </a:prstGeom>
          <a:solidFill>
            <a:srgbClr val="12727F"/>
          </a:solidFill>
          <a:ln w="12700">
            <a:solidFill>
              <a:srgbClr val="12727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30368" y="1234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event entry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3736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free event entry per membership year; resets on renewal, does not carry over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Top-up: ₹299 adds 1 extra free entry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entry is used first, then top-up entries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event is cancelled, the entry returns to the count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team events, covers only the Emberfall member's share (proposed)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Emberfall card: 4-year example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 stays with the student for the whole course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572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entries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0" y="1371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₹1,246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for 4 years of Emberfall with 4 free event entries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Top-ups (₹299 each) are extra.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Hackathon team payment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4, fee ₹1000, ₹250 per member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leader registers the team: name, size 4, member names and emails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fee ₹1000 is shown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 pays the full ₹1000 and the team is confirmed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of the other 3 members sends ₹250 to the leader inside the 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 sees a payback tracker with a Remind button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point: Starrow students cannot send money, so event payback may need an exception.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and offers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2667"/>
            </a:avLst>
          </a:prstGeom>
          <a:solidFill>
            <a:srgbClr val="F3F8F8"/>
          </a:solidFill>
          <a:ln w="9525">
            <a:solidFill>
              <a:srgbClr val="D5E0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292608" cy="292608"/>
          </a:xfrm>
          <a:prstGeom prst="ellipse">
            <a:avLst/>
          </a:prstGeom>
          <a:solidFill>
            <a:srgbClr val="12727F"/>
          </a:solidFill>
          <a:ln w="12700">
            <a:solidFill>
              <a:srgbClr val="1272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1234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account (full block) from the phone, plus web portal or helpdesk backup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lock: PIN, fingerprint or face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QR that changes every 30 to 60 seconds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Server-only balances and unique payment IDs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alerts and daily limits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 name must match the student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2667"/>
            </a:avLst>
          </a:prstGeom>
          <a:solidFill>
            <a:srgbClr val="F3F8F8"/>
          </a:solidFill>
          <a:ln w="9525">
            <a:solidFill>
              <a:srgbClr val="D5E0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280160"/>
            <a:ext cx="292608" cy="29260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30368" y="1234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Offers and rewards (Fenwick, Emberfall)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3736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Cashback: ₹5 back on ₹100 spent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discounts: 20% off snacks on Fridays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Early-bird hackathon price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Milestone: spend ₹1000, get ₹20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recharge ₹10, referral ₹10 each, scratch cards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cap and per-student limits; cashback is spend-only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instructions, one by one (1 to 10)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834640"/>
                <a:gridCol w="39319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instruction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 in the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 to pay in all canteens, no cash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card tap or QR at any canteen (QR first, NFC later)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Recharge from GPay, PhonePe etc.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money through UPI, cards, wallets via gateway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card or code: block from phone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Freeze Account stops card, QR and app payments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full block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switch blocks everything; helpdesk backup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 it like a bank account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ID, balance, statement, ledger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for hackathons and events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Events, clubs, shops are merchants with own QR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of 4, ₹1000, team details and emails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Team 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member pays, others send their share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 pays ₹1000; 3 members send ₹250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unused money to bank, with a charge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Withdraw to own bank account with fee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fee on spending, fee only on withdrawal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Add, pay, refunds free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instructions, one by one (11 to 20)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834640"/>
                <a:gridCol w="3566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instruction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 in the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offers while spending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Offers tab: cashback, discounts, rewards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Fenwick, Emberfall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Benefits only with Fenwick card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Offers unlock with Fenwick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Fenwick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Fenwick withdrawal fee lower than Starrow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pay, Fenwick pays less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Starrow, Fenwick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percentage: 2% and 0.5%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Starrow 2%, Fenwick 0.5%, server-calculated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Starrow, Fenwick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Emberfall: all benefits, no fees, 1 free event per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fees, 1 free entry per membership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Emberfall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Emberfall renewal costs a small amount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Cheaper than year 1; resets free entry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Emberfall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price ₹249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Emberfall renewal ₹249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Emberfall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Emberfall continues all years: ₹499 then ₹249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follows the course until it ends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Emberfall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free entries with ₹299 top-up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₹299 to add 1 free entry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Emberfall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money to friend ID: Emberfall 0%, Fenwick fee, Starrow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to friend depends on plan; Starrow can receive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technology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and staff 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(safe for money)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Razorpay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Cloud Messaging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SendGrid or Amazon 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dashboard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College project shortcut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 + Firebase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to decide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and gaps, with suggested fixes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 / suggested 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Fenwick billing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semester or year (simpler than monthly)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Emberfall free entry in team events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Emberfall member's share (safer)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Top-up entries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 over to next year (student paid for them)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Skipped-year renewal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₹249 for anyone who held Emberfall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Starrow students and hackathon payback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for event payback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creates offers, merchants, events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only, or clubs and canteens too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costs on recharge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College or app owner pays, or a tiny fee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build order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4F0F1"/>
          </a:solidFill>
          <a:ln w="6350">
            <a:solidFill>
              <a:srgbClr val="D5E0E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1887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wallet, add money, QR payment, freeze, history, admin dashboard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3F8F8"/>
          </a:solidFill>
          <a:ln w="6350">
            <a:solidFill>
              <a:srgbClr val="D5E0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11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01168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Starrow, Fenwick, Emberfall plans, withdrawal fees, friend transfers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4F0F1"/>
          </a:solidFill>
          <a:ln w="6350">
            <a:solidFill>
              <a:srgbClr val="D5E0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83464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team registration, Emberfall free entries and top-ups, offers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3F8F8"/>
          </a:solidFill>
          <a:ln w="6350">
            <a:solidFill>
              <a:srgbClr val="D5E0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657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65760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ID cards, auto-renew, sponsor rewards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next steps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legal review needed for RBI prepaid-wallet rules and final terms.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2026-09-30T17:50:33Z</dcterms:created>
  <dcterms:modified xsi:type="dcterms:W3CDTF">2026-09-30T17:50:33Z</dcterms:modified>
</cp:coreProperties>
</file>